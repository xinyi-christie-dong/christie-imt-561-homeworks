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Xinyi-Christie-Dong/Christie-imt-561-homeworks" TargetMode="External"/><Relationship Id="rId2" Type="http://schemas.openxmlformats.org/officeDocument/2006/relationships/hyperlink" Target="https://xinyi-christie-dong.github.io/Christie-imt-561-homeworks/?tab=tab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Xinyi-Christie-Dong/Christie-imt-561-homeworks" TargetMode="External"/><Relationship Id="rId2" Type="http://schemas.openxmlformats.org/officeDocument/2006/relationships/hyperlink" Target="https://xinyi-christie-dong.github.io/Christie-imt-561-homeworks/?tab=tab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 561 · Data Visualization: Design and Development · Spring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HWK 4: Interactive Visualization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8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Creative Clocks for the Gym Treadmill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Xinyi (Christie) Dong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023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Repo: </a:t>
            </a:r>
            <a:pPr indent="0" marL="0">
              <a:buNone/>
            </a:pPr>
            <a:r>
              <a:rPr lang="en-US" sz="1100" u="sng" dirty="0">
                <a:solidFill>
                  <a:srgbClr val="FF8C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github.com/Xinyi-Christie-Dong/Christie-imt-561-homeworks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Site: </a:t>
            </a:r>
            <a:pPr indent="0" marL="0">
              <a:buNone/>
            </a:pPr>
            <a:r>
              <a:rPr lang="en-US" sz="1100" u="sng" dirty="0">
                <a:solidFill>
                  <a:srgbClr val="FF8C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xinyi-christie-dong.github.io/Christie-imt-561-homeworks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of Use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749808"/>
          </a:xfrm>
          <a:prstGeom prst="rect">
            <a:avLst/>
          </a:prstGeom>
          <a:solidFill>
            <a:srgbClr val="FFF4ED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Personal interest: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go to the gym regularly and find treadmill sessions mentally draining — the built-in timer just counts up, giving no sense of what that time means. I wanted to design a clock that makes the same effort feel rewarding and even fun.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2743200" cy="73152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385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🏃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4632" y="2606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&amp; Where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301752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Gym-goers on a treadmill. Displayed on a screen mounted in front of the machine, replacing the default digital timer.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828800"/>
            <a:ext cx="2743200" cy="73152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9385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10712" y="2606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10712" y="301752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Treadmill sessions feel long and monotonous. A generic timer gives no sense of achievement — just numbers counting up.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82880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828800"/>
            <a:ext cx="2743200" cy="73152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9385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36792" y="26060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36792" y="301752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clocks that make time meaningful: one through calories as food earned, one through a game world where terrain warps time itself.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Hand-Drawn Sketches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82296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9601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1A2340">
              <a:alpha val="75000"/>
            </a:srgbClr>
          </a:solidFill>
          <a:ln w="12700">
            <a:solidFill>
              <a:srgbClr val="1A2340">
                <a:alpha val="7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Pie timer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0" y="9601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1A2340">
              <a:alpha val="75000"/>
            </a:srgbClr>
          </a:solidFill>
          <a:ln w="12700">
            <a:solidFill>
              <a:srgbClr val="1A2340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960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Runner tracker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1A2340">
              <a:alpha val="75000"/>
            </a:srgbClr>
          </a:solidFill>
          <a:ln w="12700">
            <a:solidFill>
              <a:srgbClr val="1A2340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880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Speed/calorie chart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029200" y="288036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1A2340">
              <a:alpha val="75000"/>
            </a:srgbClr>
          </a:solidFill>
          <a:ln w="12700">
            <a:solidFill>
              <a:srgbClr val="1A2340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880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Heart rate fill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1A2340">
              <a:alpha val="75000"/>
            </a:srgbClr>
          </a:solidFill>
          <a:ln w="12700">
            <a:solidFill>
              <a:srgbClr val="1A2340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794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Food dial → Clock 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029200" y="379476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1A2340">
              <a:alpha val="75000"/>
            </a:srgbClr>
          </a:solidFill>
          <a:ln w="12700">
            <a:solidFill>
              <a:srgbClr val="1A2340">
                <a:alpha val="7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3794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Planet terrain → Clock 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Clock 1 — Treadmill Calorie Clock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960120"/>
            <a:ext cx="38404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023360"/>
            <a:ext cx="1920240" cy="256032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023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Sketch ⑤: Food Dial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389120" y="1005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🥜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846320" y="104241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icons at calorie-equivalent positions (~8 kcal/min) — turns time into a motivational food goal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89120" y="1645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🔴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46320" y="16824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food the minute hand reaches activates; others gray — uses pre-attentive processing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389120" y="2286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⏱️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46320" y="232257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 channels: minute hand + second hand + digital readout for glancing and precision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389120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🔄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46320" y="29626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 Burned panel counts each food earned across laps — motivation builds over time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89120" y="3611880"/>
            <a:ext cx="4480560" cy="1234440"/>
          </a:xfrm>
          <a:prstGeom prst="rect">
            <a:avLst/>
          </a:prstGeom>
          <a:solidFill>
            <a:srgbClr val="EDF4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3675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Feedback received &amp; applied: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0" y="39776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Food icons overlapped tick marks → </a:t>
            </a:r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outside ring
</a:t>
            </a:r>
            <a:pPr indent="0" marL="0">
              <a:buNone/>
            </a:pPr>
            <a:r>
              <a:rPr lang="en-US" sz="1050" dirty="0">
                <a:solidFill>
                  <a:srgbClr val="3D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Dark background felt heavy → </a:t>
            </a:r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light mode
</a:t>
            </a:r>
            <a:pPr indent="0" marL="0">
              <a:buNone/>
            </a:pPr>
            <a:r>
              <a:rPr lang="en-US" sz="1050" dirty="0">
                <a:solidFill>
                  <a:srgbClr val="3D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Calorie labels too small → </a:t>
            </a:r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enlarged + bold on active food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6E9E"/>
          </a:solidFill>
          <a:ln w="12700">
            <a:solidFill>
              <a:srgbClr val="2C6E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Clock 2 — Mario Planet Treadmill Clock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960120"/>
            <a:ext cx="38404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40280" y="4023360"/>
            <a:ext cx="1920240" cy="256032"/>
          </a:xfrm>
          <a:prstGeom prst="rect">
            <a:avLst/>
          </a:prstGeom>
          <a:solidFill>
            <a:srgbClr val="2C6E9E"/>
          </a:solidFill>
          <a:ln w="12700">
            <a:solidFill>
              <a:srgbClr val="2C6E9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40280" y="4023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Sketch ⑥: Planet Terrain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389120" y="1005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🌍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846320" y="104241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ring: terrain zones warp arc size — 30 min ≠ halfway. Encodes subjective effort, not just time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89120" y="1645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⛰️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46320" y="16824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zones: Plain (1×), Mountain (0.5×), Ice (2×), Desert (0.7×), Monster (3×)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389120" y="2286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👾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46320" y="232257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 zone: pixel-art Goomba chases Mario — creates narrative tension that resets each lap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389120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🔀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46320" y="29626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shuffle zones — same 60 min looks completely different with different effort layout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89120" y="3611880"/>
            <a:ext cx="4480560" cy="1234440"/>
          </a:xfrm>
          <a:prstGeom prst="rect">
            <a:avLst/>
          </a:prstGeom>
          <a:solidFill>
            <a:srgbClr val="EDF4FF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3675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Feedback received &amp; applied: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0" y="39776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Dark space background felt disconnected → </a:t>
            </a:r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sky gradient
</a:t>
            </a:r>
            <a:pPr indent="0" marL="0">
              <a:buNone/>
            </a:pPr>
            <a:r>
              <a:rPr lang="en-US" sz="1050" dirty="0">
                <a:solidFill>
                  <a:srgbClr val="3D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Gap between ring and planet body → </a:t>
            </a:r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shrunk ring to remove gap
</a:t>
            </a:r>
            <a:pPr indent="0" marL="0">
              <a:buNone/>
            </a:pPr>
            <a:r>
              <a:rPr lang="en-US" sz="1050" dirty="0">
                <a:solidFill>
                  <a:srgbClr val="3D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Boost zone felt generic → </a:t>
            </a:r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Goomba monster chase mechanic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Two Designs Are Structurally Different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457200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Clock 1 — Calorie Clock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148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dial — classic clock form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encoding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— minutes evenly spaced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41148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651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variable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(hand) + color (active food)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to start/pause; R to reset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794760"/>
            <a:ext cx="41148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icons — you run toward food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38912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4434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I burned so far?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2C6E9E"/>
          </a:solidFill>
          <a:ln w="12700">
            <a:solidFill>
              <a:srgbClr val="2C6E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Clock 2 — Mario Planet Clock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417320"/>
            <a:ext cx="41148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planet — non-clock form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01168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encoding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— zones warp the ring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2606040"/>
            <a:ext cx="41148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651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variable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 + character motion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20040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932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shuffle terrain layout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794760"/>
            <a:ext cx="411480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840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8932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Goomba chases Mario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438912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4434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effort warp time?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206240" y="2331720"/>
            <a:ext cx="457200" cy="457200"/>
          </a:xfrm>
          <a:prstGeom prst="ellipse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C38"/>
          </a:solidFill>
          <a:ln w="12700">
            <a:solidFill>
              <a:srgbClr val="FF8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 Repository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https://github.com/Xinyi-Christie-Dong/Christie-imt-561-homeworks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Deployed Site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https://xinyi-christie-dong.github.io/Christie-imt-561-homeworks/?tab=tab1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Xinyi (Christie) Dong  ·  IMT 561  · 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IMT 561 HWK 4 — Interactive Visualization</dc:title>
  <dc:subject>PptxGenJS Presentation</dc:subject>
  <dc:creator>PptxGenJS</dc:creator>
  <cp:lastModifiedBy>PptxGenJS</cp:lastModifiedBy>
  <cp:revision>1</cp:revision>
  <dcterms:created xsi:type="dcterms:W3CDTF">2026-05-05T09:58:54Z</dcterms:created>
  <dcterms:modified xsi:type="dcterms:W3CDTF">2026-05-05T09:58:54Z</dcterms:modified>
</cp:coreProperties>
</file>